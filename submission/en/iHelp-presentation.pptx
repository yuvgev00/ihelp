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1737360"/>
          </a:xfrm>
          <a:prstGeom prst="rect">
            <a:avLst/>
          </a:prstGeom>
          <a:solidFill>
            <a:srgbClr val="0B4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41264" y="1051560"/>
            <a:ext cx="1097280" cy="1097280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3400" b="1" lang="en-US">
                <a:solidFill>
                  <a:srgbClr val="FFFFFF"/>
                </a:solidFill>
                <a:latin typeface="Calibri"/>
              </a:rPr>
              <a:t>Post a request — helpers come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94760"/>
            <a:ext cx="9784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1700" b="0" lang="en-US">
                <a:solidFill>
                  <a:srgbClr val="D9E8E1"/>
                </a:solidFill>
                <a:latin typeface="Calibri"/>
              </a:rPr>
              <a:t>The reversed help-marketplace: post one request, and verified neighbors compete to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Final project · Internet Technologies — Become a Full-Stack Engineer · RUNI CS 2026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87A"/>
                </a:solidFill>
                <a:latin typeface="Calibri"/>
              </a:rPr>
              <a:t>ihelp-roan.vercel.app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§1–2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The problem: finding trustworthy help is slow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When you need help, you search alone: calling provider after provider, comparing, waiting for callbacks. It's slow and exhausting.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It's hard to know who to trust. Anyone can claim to be a professional, and there's nowhere to check.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helper is at risk too: they walk into a stranger's home without knowing who called them.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Small tasks — a ride, help with a form, moving furniture — fall through the cracks, with no channel connecting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F6B4F"/>
                </a:solidFill>
                <a:latin typeface="Calibri"/>
              </a:rPr>
              <a:t>iHelp flips the direction: instead of you searching for help, you post one request — and the help comes to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§1 ·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The solution: post once, get helped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requester posts one help request — with a title, description, category, and a location on the map.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Verified helpers nearby see it and submit offers. They set the price: paid, volunteer, or priced at the end.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requester sees all offers side by side and picks one. All the others close automatically.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Finally, both sides confirm the work is done, and the requester rates the helper.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F6B4F"/>
                </a:solidFill>
                <a:latin typeface="Calibri"/>
              </a:rPr>
              <a:t>This reversal is the whole idea — instead of demand chasing supply, supply comes to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§3–4 · Users &amp;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Who uses it, and where the money comes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There's one account type. The same person can request help in the morning and help someone else at night.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Three roles: a requester, a verified helper (with an optional 'professional' badge), and an admin who approves users.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Requesters don't pay — on purpose. Charging them would mean fewer requests, and then there's no one to help.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money comes from professional helpers: iHelp brings them nearby customers who already need a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F6B4F"/>
                </a:solidFill>
                <a:latin typeface="Calibri"/>
              </a:rPr>
              <a:t>Every user — requester and helper alike — passes identity verification before their first deal. Trust runs both ways.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§8 · Core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FFFFFF"/>
                </a:solidFill>
                <a:latin typeface="Calibri"/>
              </a:rPr>
              <a:t>Live demo — the whole journey, start to finish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282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FFFFF"/>
                </a:solidFill>
                <a:latin typeface="Calibri"/>
              </a:rPr>
              <a:t>Post a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D9E8E1"/>
                </a:solidFill>
                <a:latin typeface="Calibri"/>
              </a:rPr>
              <a:t>The requester writes what they need, adds a location, and posts. It appears in the feed as "open".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426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FFFFF"/>
                </a:solidFill>
                <a:latin typeface="Calibri"/>
              </a:rPr>
              <a:t>Make an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632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D9E8E1"/>
                </a:solidFill>
                <a:latin typeface="Calibri"/>
              </a:rPr>
              <a:t>A helper sees the request and submits an offer with a price. They don't see the competitors' bids.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570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FFFFF"/>
                </a:solidFill>
                <a:latin typeface="Calibri"/>
              </a:rPr>
              <a:t>Compare and pick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776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D9E8E1"/>
                </a:solidFill>
                <a:latin typeface="Calibri"/>
              </a:rPr>
              <a:t>The requester sees all offers together and picks one. All the rest close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714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FFFFF"/>
                </a:solidFill>
                <a:latin typeface="Calibri"/>
              </a:rPr>
              <a:t>Both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920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D9E8E1"/>
                </a:solidFill>
                <a:latin typeface="Calibri"/>
              </a:rPr>
              <a:t>Both sides confirm the work is done — only then does the request close.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658368" cy="658368"/>
          </a:xfrm>
          <a:prstGeom prst="round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85816"/>
            <a:ext cx="9921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FFFFF"/>
                </a:solidFill>
                <a:latin typeface="Calibri"/>
              </a:rPr>
              <a:t>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806440"/>
            <a:ext cx="992124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D9E8E1"/>
                </a:solidFill>
                <a:latin typeface="Calibri"/>
              </a:rPr>
              <a:t>The requester rates the helper, saved to their public profile.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§5–6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Architecture: the database is the boss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system has three parts: the browser the user sees, a Next.js server running in the cloud (Vercel), and a Supabase database.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core idea: every rule about 'who can do what' is enforced inside the database itself — not in the website's code.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Why does that matter? Because even if someone tries to bypass the site and talk to the database directly — the database refuses them.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site's code only shows friendly messages. The real security sits one layer deeper, in the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F6B4F"/>
                </a:solidFill>
                <a:latin typeface="Calibri"/>
              </a:rPr>
              <a:t>The decision I'm proudest of: I split private data (phone, location) into a separate table only its owner can 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§7 ·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How the database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There are 7 tables: users, requests, offers, ratings, verifications, and more — all linked together.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Every request has a fixed 'life path': open → has offers → assigned → completed → rated.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This path is enforced in the database — you can't skip a step or go back illegally.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Every permission rule in the database comes with a comment explaining exactly which product rule it protects.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F6B4F"/>
                </a:solidFill>
                <a:latin typeface="Calibri"/>
              </a:rPr>
              <a:t>Example: a helper's offer is visible only to them and the requester. No other helper sees the competing bids.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§9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Testing: proving the system is really 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I wrote 62 automated tests that run against the system, and they all pass.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most interesting tests try to break in: they impersonate an unauthorized user and attempt a forbidden action.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A test that only checks things work isn't enough — I also check the system blocks whoever shouldn't get in.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There's also a test that runs the whole journey — post, offer, pick, finish — in two browsers at once, like real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F6B4F"/>
                </a:solidFill>
                <a:latin typeface="Calibri"/>
              </a:rPr>
              <a:t>All the tests are built around the core claim: the database enforces every rule, even against someone trying to cheat.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§10 ·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How the system handles many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700" b="0" lang="en-US">
                <a:solidFill>
                  <a:srgbClr val="0E1F18"/>
                </a:solidFill>
                <a:latin typeface="Calibri"/>
              </a:rPr>
              <a:t>"Scale" is the question: what happens when 10 users become 10,000? Will the site stay fast?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257800" cy="548640"/>
          </a:xfrm>
          <a:prstGeom prst="round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525780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1700" b="1" lang="en-US">
                <a:solidFill>
                  <a:srgbClr val="FFFFFF"/>
                </a:solidFill>
                <a:latin typeface="Calibri"/>
              </a:rPr>
              <a:t>Already built for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525780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500">
                <a:solidFill>
                  <a:srgbClr val="0E1F18"/>
                </a:solidFill>
                <a:latin typeface="Calibri"/>
              </a:rPr>
              <a:t>The feed loads only 200 requests at a time, not all of them — so it never chokes.</a:t>
            </a:r>
          </a:p>
          <a:p>
            <a:pPr algn="l" rtl="0"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500">
                <a:solidFill>
                  <a:srgbClr val="0E1F18"/>
                </a:solidFill>
                <a:latin typeface="Calibri"/>
              </a:rPr>
              <a:t>It shows 12 requests per page, with paging — not everything at once.</a:t>
            </a:r>
          </a:p>
          <a:p>
            <a:pPr algn="l" rtl="0"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500">
                <a:solidFill>
                  <a:srgbClr val="0E1F18"/>
                </a:solidFill>
                <a:latin typeface="Calibri"/>
              </a:rPr>
              <a:t>The database has 'indexes' — like the alphabetical order in a phone book — to find things fast.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514600"/>
            <a:ext cx="5257800" cy="548640"/>
          </a:xfrm>
          <a:prstGeom prst="roundRect">
            <a:avLst/>
          </a:prstGeom>
          <a:solidFill>
            <a:srgbClr val="8A9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578608"/>
            <a:ext cx="525780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1700" b="1" lang="en-US">
                <a:solidFill>
                  <a:srgbClr val="FFFFFF"/>
                </a:solidFill>
                <a:latin typeface="Calibri"/>
              </a:rPr>
              <a:t>What I'd improve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291840"/>
            <a:ext cx="525780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500">
                <a:solidFill>
                  <a:srgbClr val="0E1F18"/>
                </a:solidFill>
                <a:latin typeface="Calibri"/>
              </a:rPr>
              <a:t>Distance calculation would move into the database, to support millions of requests.</a:t>
            </a:r>
          </a:p>
          <a:p>
            <a:pPr algn="l" rtl="0"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500">
                <a:solidFill>
                  <a:srgbClr val="0E1F18"/>
                </a:solidFill>
                <a:latin typeface="Calibri"/>
              </a:rPr>
              <a:t>Automatic verification (SMS) instead of an admin approving each user by hand.</a:t>
            </a:r>
          </a:p>
          <a:p>
            <a:pPr algn="l" rtl="0"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500">
                <a:solidFill>
                  <a:srgbClr val="0E1F18"/>
                </a:solidFill>
                <a:latin typeface="Calibri"/>
              </a:rPr>
              <a:t>Because what breaks first isn't the computer — it's the human approving by hand.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§11 ·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How we kept it 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Login is handled by Supabase — passwords are encrypted, and I never touch them directly.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Each user gets an encrypted 'ID card' (a JWT) sent with every action, so the database knows who they are.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All permissions are enforced in the database. Even if the site's public key leaks — it grants nothing beyond a normal user.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The system is protected against the three common web attacks: XSS, CSRF, and SQL injection.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F6B4F"/>
                </a:solidFill>
                <a:latin typeface="Calibri"/>
              </a:rPr>
              <a:t>I also honestly document the risks that remain and what I'd improve — because security is a process, not a checkbox.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200" b="1" lang="en-US">
                <a:solidFill>
                  <a:srgbClr val="0F6B4F"/>
                </a:solidFill>
                <a:latin typeface="Calibri"/>
              </a:rPr>
              <a:t>§12 ·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iHelp ·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3200" b="1" lang="en-US">
                <a:solidFill>
                  <a:srgbClr val="0E1F18"/>
                </a:solidFill>
                <a:latin typeface="Calibri"/>
              </a:rPr>
              <a:t>What I'd add with more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31750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374903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In-app chat — today the two sides exchange phone numbers and coordinate outside.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Real phone verification via SMS — to strengthen the identity check.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Notifications — so a user knows a new offer arrived without refreshing.</a:t>
            </a:r>
          </a:p>
          <a:p>
            <a:pPr algn="l" rtl="0">
              <a:spcBef>
                <a:spcPts val="0"/>
              </a:spcBef>
              <a:spcAft>
                <a:spcPts val="15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●   </a:t>
            </a:r>
            <a:r>
              <a:rPr sz="1800">
                <a:solidFill>
                  <a:srgbClr val="0E1F18"/>
                </a:solidFill>
                <a:latin typeface="Calibri"/>
              </a:rPr>
              <a:t>Ratings for requesters too — so helpers also know who they're coming to help.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F6B4F"/>
                </a:solidFill>
                <a:latin typeface="Calibri"/>
              </a:rPr>
              <a:t>All of these were left out on purpose. I preferred a small, clean, secure product over a big, unstable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9FD3C2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9601200" cy="2011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2000"/>
              </a:spcAft>
            </a:pPr>
            <a:r>
              <a:rPr sz="2300" b="1" lang="en-US">
                <a:solidFill>
                  <a:srgbClr val="FFFFFF"/>
                </a:solidFill>
                <a:latin typeface="Calibri"/>
              </a:rPr>
              <a:t>iHelp reverses the search for help: you post once, and verified neighbors compete to help you. And every line is built so the database itself enforces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9FD3C2"/>
                </a:solidFill>
                <a:latin typeface="Calibri"/>
              </a:rPr>
              <a:t>Small · clean · working · secure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ihelp-roan.vercel.app · github.com/YuvGev00/ihelp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FFFFFF"/>
                </a:solidFill>
                <a:latin typeface="Calibri"/>
              </a:rPr>
              <a:t>Thank you — I'd love your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